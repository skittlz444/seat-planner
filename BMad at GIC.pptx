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ed5584b4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ed5584b4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ed612283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ed612283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ed5584b4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ed5584b4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ed6b1f6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ed6b1f6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ed6b1f69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ed6b1f69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ed6b1f69e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ed6b1f69e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ed5584b4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ed5584b4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ed5584b4c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ed5584b4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ed5584b4c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ed5584b4c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ed5584b4c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ed5584b4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ed5584b4c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bed5584b4c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ed5584b4c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bed5584b4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BMad at GIC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BMad?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2613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Spec Kit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Solid foundation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Average </a:t>
            </a:r>
            <a:r>
              <a:rPr lang="en-GB"/>
              <a:t>follow through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Solo-dev focused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Quite greenfield focused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Doesn’t integrate well with existing SDLC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2" type="body"/>
          </p:nvPr>
        </p:nvSpPr>
        <p:spPr>
          <a:xfrm>
            <a:off x="3265354" y="1152475"/>
            <a:ext cx="2613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OpenSpec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Updating docs is a core tenant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Strict flow &amp; workflow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Tasks are light and under-prescribed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No existing state documentation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Integrates ok-ish with existing software practices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-GB"/>
              <a:t>Works ok with green and brownfield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idx="2" type="body"/>
          </p:nvPr>
        </p:nvSpPr>
        <p:spPr>
          <a:xfrm>
            <a:off x="6219002" y="1152475"/>
            <a:ext cx="2613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GSD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Very greenfield focused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Solid foundation and good </a:t>
            </a:r>
            <a:r>
              <a:rPr lang="en-GB"/>
              <a:t>follow through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Plans don’t go to deep prescription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Solo-dev focused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Doesn’t integrate well with existing SDLC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BMad?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Agents and Workflows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Strict workflow adherence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Solid Brownfield and Greenfield paths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Prescriptive tasks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Solo-dev focused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OK integration with existing SDLC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Comes with it’s own </a:t>
            </a:r>
            <a:r>
              <a:rPr lang="en-GB"/>
              <a:t>customisation</a:t>
            </a:r>
            <a:r>
              <a:rPr lang="en-GB"/>
              <a:t> tooling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Stock vs Customized BMad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58"/>
              <a:t>Stock</a:t>
            </a:r>
            <a:endParaRPr b="1" sz="1966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/>
              <a:t>Agents and Workflows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strike="sngStrike"/>
              <a:t>Strict workflow adherence</a:t>
            </a:r>
            <a:endParaRPr sz="1800" strike="sngStrike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/>
              <a:t>Solid Brownfield and Greenfield paths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/>
              <a:t>Prescriptive tasks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strike="sngStrike"/>
              <a:t>Solo-dev focused</a:t>
            </a:r>
            <a:endParaRPr sz="1800" strike="sngStrike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strike="sngStrike"/>
              <a:t>OK integration with existing SDLC</a:t>
            </a:r>
            <a:endParaRPr sz="1800" strike="sngStrike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800"/>
              <a:t>Comes with it’s own customization tooling</a:t>
            </a:r>
            <a:endParaRPr sz="1800"/>
          </a:p>
        </p:txBody>
      </p:sp>
      <p:sp>
        <p:nvSpPr>
          <p:cNvPr id="76" name="Google Shape;76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/>
              <a:t>Customized</a:t>
            </a:r>
            <a:endParaRPr b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50"/>
              <a:t>Agents and Workflows</a:t>
            </a:r>
            <a:endParaRPr sz="17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50">
                <a:highlight>
                  <a:schemeClr val="accent6"/>
                </a:highlight>
              </a:rPr>
              <a:t>Scoped workflow adherence</a:t>
            </a:r>
            <a:endParaRPr sz="1750"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50"/>
              <a:t>Solid Brownfield and Greenfield paths</a:t>
            </a:r>
            <a:endParaRPr sz="17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50"/>
              <a:t>Prescriptive tasks</a:t>
            </a:r>
            <a:endParaRPr sz="17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50">
                <a:highlight>
                  <a:schemeClr val="accent6"/>
                </a:highlight>
              </a:rPr>
              <a:t>Software team focused</a:t>
            </a:r>
            <a:endParaRPr sz="1750"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50">
                <a:highlight>
                  <a:schemeClr val="accent6"/>
                </a:highlight>
              </a:rPr>
              <a:t>Good integration with existing SDLC</a:t>
            </a:r>
            <a:endParaRPr sz="1750"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50"/>
              <a:t>Using the customization tooling</a:t>
            </a:r>
            <a:endParaRPr sz="17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58"/>
              <a:t>Stock</a:t>
            </a:r>
            <a:endParaRPr b="1" sz="1858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858"/>
              <a:t>Document Requirements</a:t>
            </a:r>
            <a:endParaRPr b="1" sz="1858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858"/>
              <a:t>and Workflow Order</a:t>
            </a:r>
            <a:endParaRPr b="1" sz="1858"/>
          </a:p>
        </p:txBody>
      </p:sp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Stock vs Customized BMad</a:t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2" y="445025"/>
            <a:ext cx="4411566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58"/>
              <a:t>Customized</a:t>
            </a:r>
            <a:endParaRPr b="1" sz="1858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858"/>
              <a:t>Document Requirements</a:t>
            </a:r>
            <a:endParaRPr b="1" sz="1858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858"/>
              <a:t>and Workflow Order</a:t>
            </a:r>
            <a:endParaRPr b="1" sz="1858"/>
          </a:p>
        </p:txBody>
      </p:sp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Stock vs Customized BMad</a:t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8105" y="1152475"/>
            <a:ext cx="5434191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58"/>
              <a:t>Don’t push </a:t>
            </a:r>
            <a:r>
              <a:rPr b="1" lang="en-GB" sz="1858"/>
              <a:t>customisation</a:t>
            </a:r>
            <a:r>
              <a:rPr b="1" lang="en-GB" sz="1858"/>
              <a:t> too far, we want to be able to get improvements made by upstream</a:t>
            </a:r>
            <a:endParaRPr b="1" sz="1858"/>
          </a:p>
          <a:p>
            <a:pPr indent="-346590" lvl="0" marL="457200" rtl="0" algn="l">
              <a:spcBef>
                <a:spcPts val="1200"/>
              </a:spcBef>
              <a:spcAft>
                <a:spcPts val="0"/>
              </a:spcAft>
              <a:buSzPts val="1858"/>
              <a:buChar char="-"/>
            </a:pPr>
            <a:r>
              <a:rPr b="1" lang="en-GB" sz="1858"/>
              <a:t>Workflow conversion to v6</a:t>
            </a:r>
            <a:endParaRPr b="1" sz="1858"/>
          </a:p>
          <a:p>
            <a:pPr indent="-346590" lvl="0" marL="457200" rtl="0" algn="l">
              <a:spcBef>
                <a:spcPts val="0"/>
              </a:spcBef>
              <a:spcAft>
                <a:spcPts val="0"/>
              </a:spcAft>
              <a:buSzPts val="1858"/>
              <a:buChar char="-"/>
            </a:pPr>
            <a:r>
              <a:rPr b="1" lang="en-GB" sz="1858"/>
              <a:t>New ideas and processes contributed by the community</a:t>
            </a:r>
            <a:endParaRPr b="1" sz="1858"/>
          </a:p>
        </p:txBody>
      </p:sp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Stock vs Customized BMad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Scopes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5999" y="751175"/>
            <a:ext cx="3338271" cy="214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8750" y="2338703"/>
            <a:ext cx="2643551" cy="2248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2571750"/>
            <a:ext cx="3890514" cy="201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 Workflow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399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Document Project (analyst)[DP]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UX Design (ux-designer)[CU]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Create Epic (pm)[ES]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Create Story (sm)[CS]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1" y="1289450"/>
            <a:ext cx="3993850" cy="2564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Dev Workflow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Document Project (analyst)[DP]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Create Architecture (architect)[CA]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Implement Work (dev)[DS] (short for dev story)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Code Review (dev)[CR]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Quick Flow: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Tech Spec (quick-flow-solo-dev)[TS] -&gt; Quick Dev (quick-flow-solo-dev)[QD]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049074"/>
            <a:ext cx="4260300" cy="362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PM Workflow</a:t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Brainstorm (analyst)[BP]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Research</a:t>
            </a:r>
            <a:r>
              <a:rPr lang="en-GB"/>
              <a:t> (analyst)[RS]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Create Product Brief (analyst)[CB]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Document Project (analyst)[DP]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Create PRD (pm) [CP]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UX Design (ux-designer)[CU]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Create Epic (pm) [ES]</a:t>
            </a:r>
            <a:endParaRPr/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1" y="1434114"/>
            <a:ext cx="4392750" cy="2275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Best practices</a:t>
            </a:r>
            <a:endParaRPr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Multi-hat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AGENTS.md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Document each repo/service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copilot-instructions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Commit documentation and agents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Next Steps and Help Me!</a:t>
            </a:r>
            <a:endParaRPr/>
          </a:p>
        </p:txBody>
      </p:sp>
      <p:sp>
        <p:nvSpPr>
          <p:cNvPr id="138" name="Google Shape;13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to install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How to contribute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